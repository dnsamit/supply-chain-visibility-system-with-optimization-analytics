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48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707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134074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011680" y="4572000"/>
            <a:ext cx="4572000" cy="4572000"/>
          </a:xfrm>
          <a:prstGeom prst="ellipse">
            <a:avLst/>
          </a:prstGeom>
          <a:solidFill>
            <a:srgbClr val="E8871E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ln w="15875">
            <a:solidFill>
              <a:srgbClr val="CFE3F2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 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Optimization Analytics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for end-to-end supply chain performance analysis — sales, inventory, delivery, supplier, transportation and warehouse.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39" y="4892040"/>
            <a:ext cx="135791" cy="548640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77240" y="4864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1572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Kumar   ·   Arun Kumar   ·   Charmmy Lalwani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built for full supply chain analysis</a:t>
            </a:r>
            <a:endParaRPr lang="en-US" sz="145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inventory, delivery, supplier, transportation and warehouse data analyzed together</a:t>
            </a:r>
            <a:endParaRPr lang="en-US" sz="145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operational data converted into KPIs, trends and business insights</a:t>
            </a:r>
            <a:endParaRPr lang="en-US" sz="145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centralized dashboard for monitoring overall performance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5230368"/>
            <a:ext cx="131216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5230368"/>
            <a:ext cx="1312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25396" y="5230368"/>
            <a:ext cx="131216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025396" y="5230368"/>
            <a:ext cx="1312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02152" y="5230368"/>
            <a:ext cx="5440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502152" y="5230368"/>
            <a:ext cx="544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10812" y="5230368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210812" y="523036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2057400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17220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96" dirty="0"/>
          </a:p>
        </p:txBody>
      </p:sp>
      <p:sp>
        <p:nvSpPr>
          <p:cNvPr id="18" name="Text 16"/>
          <p:cNvSpPr txBox="1"/>
          <p:nvPr/>
        </p:nvSpPr>
        <p:spPr>
          <a:xfrm>
            <a:off x="6739128" y="2002536"/>
            <a:ext cx="20162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overall supply chain performance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75420" y="2057400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907542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96" dirty="0"/>
          </a:p>
        </p:txBody>
      </p:sp>
      <p:sp>
        <p:nvSpPr>
          <p:cNvPr id="21" name="Text 19"/>
          <p:cNvSpPr txBox="1"/>
          <p:nvPr/>
        </p:nvSpPr>
        <p:spPr>
          <a:xfrm>
            <a:off x="9642348" y="2002536"/>
            <a:ext cx="20162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inventory and product demand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3017520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17220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96" dirty="0"/>
          </a:p>
        </p:txBody>
      </p:sp>
      <p:sp>
        <p:nvSpPr>
          <p:cNvPr id="24" name="Text 22"/>
          <p:cNvSpPr txBox="1"/>
          <p:nvPr/>
        </p:nvSpPr>
        <p:spPr>
          <a:xfrm>
            <a:off x="6739128" y="2962656"/>
            <a:ext cx="20162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delivery and fulfillment performance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75420" y="3017520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907542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96" dirty="0"/>
          </a:p>
        </p:txBody>
      </p:sp>
      <p:sp>
        <p:nvSpPr>
          <p:cNvPr id="27" name="Text 25"/>
          <p:cNvSpPr txBox="1"/>
          <p:nvPr/>
        </p:nvSpPr>
        <p:spPr>
          <a:xfrm>
            <a:off x="9642348" y="2962656"/>
            <a:ext cx="20162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supplier and transportation performance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3977640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17220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96" dirty="0"/>
          </a:p>
        </p:txBody>
      </p:sp>
      <p:sp>
        <p:nvSpPr>
          <p:cNvPr id="30" name="Text 28"/>
          <p:cNvSpPr txBox="1"/>
          <p:nvPr/>
        </p:nvSpPr>
        <p:spPr>
          <a:xfrm>
            <a:off x="6739128" y="3922776"/>
            <a:ext cx="20162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warehouse efficiency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75420" y="3977640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907542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96" dirty="0"/>
          </a:p>
        </p:txBody>
      </p:sp>
      <p:sp>
        <p:nvSpPr>
          <p:cNvPr id="33" name="Text 31"/>
          <p:cNvSpPr txBox="1"/>
          <p:nvPr/>
        </p:nvSpPr>
        <p:spPr>
          <a:xfrm>
            <a:off x="9642348" y="3922776"/>
            <a:ext cx="20162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decisions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Milestones, One Integrated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71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127000" dist="38100" dir="5400000" algn="bl" rotWithShape="0">
              <a:srgbClr val="0B2545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41248" y="19842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4124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41984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198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&amp; KPI Foundation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743200"/>
            <a:ext cx="48019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transformed raw data with Power Query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structured star schema model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foundational KPIs: inventory value, turnover, delivery days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5868" y="1691640"/>
            <a:ext cx="53871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127000" dist="38100" dir="5400000" algn="bl" rotWithShape="0">
              <a:srgbClr val="0B2545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48476" y="19842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548476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70268" y="1965960"/>
            <a:ext cx="41984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170268" y="2194560"/>
            <a:ext cx="4198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Delivery Analytics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548476" y="2743200"/>
            <a:ext cx="48019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 and turnover analyzed by category &amp; market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% and fulfillment rate tracked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Late-risk orders and delivery trends monitored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4508"/>
            <a:ext cx="53871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127000" dist="38100" dir="5400000" algn="bl" rotWithShape="0">
              <a:srgbClr val="0B2545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41248" y="4357116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41248" y="43571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338828"/>
            <a:ext cx="41984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567428"/>
            <a:ext cx="4198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Transportation Analytics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5116068"/>
            <a:ext cx="48019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scorecards and performance ratings built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cost analyzed by mode and region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on-time delivery and accuracy evaluated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55868" y="4064508"/>
            <a:ext cx="53871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127000" dist="38100" dir="5400000" algn="bl" rotWithShape="0">
              <a:srgbClr val="0B2545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548476" y="4357116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548476" y="43571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70268" y="4338828"/>
            <a:ext cx="41984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170268" y="4567428"/>
            <a:ext cx="4198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Analytics &amp; Final Dashboard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6548476" y="5116068"/>
            <a:ext cx="48019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efficiency and cost-per-order KPIs created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and storage economics analyzed</a:t>
            </a:r>
            <a:endParaRPr lang="en-US" sz="1200" dirty="0"/>
          </a:p>
          <a:p>
            <a:pPr marL="177800" indent="-177800">
              <a:lnSpc>
                <a:spcPts val="15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1–4 consolidated into one final dashboard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709928"/>
            <a:ext cx="6455664" cy="5000031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127000" dist="38100" dir="5400000" algn="bl" rotWithShape="0">
              <a:srgbClr val="0B2545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work/assets/star_schem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309360" cy="48537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52360" y="178308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IS STRUCTURED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52360" y="2249424"/>
            <a:ext cx="54864" cy="54864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680960" y="219456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487168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FactOrders holds order, sales, shipping and profit measures at line-item grain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0" y="3118104"/>
            <a:ext cx="54864" cy="54864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7680960" y="306324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3355848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DimProduct, DimCustomer, DimDate and DimOrderLocation describe every order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52360" y="3986784"/>
            <a:ext cx="54864" cy="54864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7680960" y="393192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4224528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links connect each dimension to the fact table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52360" y="4855464"/>
            <a:ext cx="54864" cy="54864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7680960" y="480060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star schema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5093208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model simple, improves query performance and simplifies DAX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52360" y="5724144"/>
            <a:ext cx="54864" cy="54864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7680960" y="566928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680960" y="5961888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foundation for every KPI, chart and cross-filter in the dashboard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&amp; KPI Foundation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36.78M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 PROXY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729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216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7997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286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235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KPI view built on the new star-schema model — inventory value, turnover, units sold and delivery days by category and market.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6955" y="1618488"/>
            <a:ext cx="8126706" cy="4581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127000" dist="38100" dir="5400000" algn="bl" rotWithShape="0">
              <a:srgbClr val="0B2545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0" descr="/home/claude/work/assets/mileston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107" y="1691640"/>
            <a:ext cx="7980402" cy="44348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Delivery Analytics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22.02M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 PROXY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729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216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SHIPMENTS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7997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286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SUCCESS %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235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levels and turnover tracked by category and market, alongside on-time delivery, fulfillment rate and shipment status.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90714" y="1618488"/>
            <a:ext cx="7999188" cy="4581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127000" dist="38100" dir="5400000" algn="bl" rotWithShape="0">
              <a:srgbClr val="0B2545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0" descr="/home/claude/work/assets/Screenshot_2026-09-18_1856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66" y="1691640"/>
            <a:ext cx="7852884" cy="44348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·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Transportation Analytics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32.82M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TRANSPORTATION COST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729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40.9%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216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ACCURACY %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7997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286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SUPPLIER RATING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235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scorecards and transportation cost analyzed by shipping mode, carrier and region to flag delivery and cost risks.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98446" y="1618488"/>
            <a:ext cx="8183724" cy="4581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127000" dist="38100" dir="5400000" algn="bl" rotWithShape="0">
              <a:srgbClr val="0B2545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0" descr="/home/claude/work/assets/Screenshot_2026-09-18_1856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598" y="1691640"/>
            <a:ext cx="8037420" cy="44348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·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Analytics &amp; Final 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36.78M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729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216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EFFICIENCY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7997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$11.49M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286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WAREHOUSE COST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235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efficiency and cost consolidated with Milestones 1–3 into one integrated, filterable executive dashboard.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10005" y="1618488"/>
            <a:ext cx="7960604" cy="4581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127000" dist="38100" dir="5400000" algn="bl" rotWithShape="0">
              <a:srgbClr val="0B2545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0" descr="/home/claude/work/assets/Screenshot_2026-09-18_1856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157" y="1691640"/>
            <a:ext cx="7814300" cy="44348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Supply Chain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729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36.78M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216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7997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286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FULFILLMENT RATE %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235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milestones consolidated into one executive view — inventory &amp; velocity, delivery performance, fulfillment exceptions and warehouse economics — filterable by date, market, segment, shipping mode and category.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82378" y="1618488"/>
            <a:ext cx="8015859" cy="4581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blurRad="127000" dist="38100" dir="5400000" algn="bl" rotWithShape="0">
              <a:srgbClr val="0B2545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0" descr="/home/claude/work/assets/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530" y="1691640"/>
            <a:ext cx="7869555" cy="44348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4206240" cy="4206240"/>
          </a:xfrm>
          <a:prstGeom prst="ellipse">
            <a:avLst/>
          </a:prstGeom>
          <a:solidFill>
            <a:srgbClr val="134074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Enhancements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integrated supply chain analytics dashboard in Power BI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four milestones into one final, executive-ready solution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insights across inventory, delivery, supplier, transportation and warehouse performance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raw operational data into meaningful KPIs, trends and visuals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9659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377440"/>
            <a:ext cx="347472" cy="34747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30936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8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23408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integration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2999232"/>
            <a:ext cx="347472" cy="34747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30936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8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9626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better inventory planning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3621024"/>
            <a:ext cx="347472" cy="34747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309360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8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3584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delivery-delay analysis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9360" y="4242816"/>
            <a:ext cx="347472" cy="34747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30936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8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for high-risk orders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09360" y="4864608"/>
            <a:ext cx="347472" cy="34747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309360" y="4864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8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48280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warehouse capacity forecasting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669280" cy="5669280"/>
          </a:xfrm>
          <a:prstGeom prst="ellipse">
            <a:avLst/>
          </a:prstGeom>
          <a:solidFill>
            <a:srgbClr val="134074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961120" y="3108960"/>
            <a:ext cx="2011680" cy="2011680"/>
          </a:xfrm>
          <a:prstGeom prst="ellipse">
            <a:avLst/>
          </a:prstGeom>
          <a:ln w="15875">
            <a:solidFill>
              <a:srgbClr val="CFE3F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0" y="283464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653</Words>
  <Application>Microsoft Office PowerPoint</Application>
  <PresentationFormat>Widescreen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charmmy lalwani</cp:lastModifiedBy>
  <cp:revision>2</cp:revision>
  <dcterms:created xsi:type="dcterms:W3CDTF">2026-09-18T18:57:08Z</dcterms:created>
  <dcterms:modified xsi:type="dcterms:W3CDTF">2026-09-18T18:59:23Z</dcterms:modified>
</cp:coreProperties>
</file>